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30FB5074-84E5-4DD3-82D9-4D1191B94DE7}">
          <p14:sldIdLst>
            <p14:sldId id="256"/>
          </p14:sldIdLst>
        </p14:section>
        <p14:section name="Раздел без заголовка" id="{7000CE9A-7AD7-4C0D-81E2-665BC04F570D}">
          <p14:sldIdLst>
            <p14:sldId id="257"/>
            <p14:sldId id="258"/>
            <p14:sldId id="259"/>
            <p14:sldId id="263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92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030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📒 Контактная книга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Настольное</a:t>
            </a:r>
            <a:r>
              <a:rPr lang="en-US" sz="18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приложение для управления контактами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3832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D374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 Python 3 + Tkinter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33832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D374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ООП архитектура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3832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D374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JSON хранилище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проекта • 202</a:t>
            </a:r>
            <a:r>
              <a:rPr lang="ru-RU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B4D0E76-6897-0D47-6273-787B3932E77E}"/>
              </a:ext>
            </a:extLst>
          </p:cNvPr>
          <p:cNvSpPr/>
          <p:nvPr/>
        </p:nvSpPr>
        <p:spPr>
          <a:xfrm>
            <a:off x="1790113" y="596119"/>
            <a:ext cx="5563773" cy="6309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 err="1">
                <a:latin typeface="Arial Black" panose="020B0A04020102020204" pitchFamily="34" charset="0"/>
              </a:rPr>
              <a:t>Мухаммаджонов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Фйзулло</a:t>
            </a:r>
            <a:r>
              <a:rPr lang="ru-RU" dirty="0"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ru-RU" dirty="0" err="1">
                <a:latin typeface="Arial Black" panose="020B0A04020102020204" pitchFamily="34" charset="0"/>
              </a:rPr>
              <a:t>Гуруппа</a:t>
            </a:r>
            <a:r>
              <a:rPr lang="ru-RU" dirty="0">
                <a:latin typeface="Arial Black" panose="020B0A04020102020204" pitchFamily="34" charset="0"/>
              </a:rPr>
              <a:t> 4.407-1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актуальность проекта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7315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Цель проекта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удобное графическое приложение для хранения, поиска и управления личными и рабочими контактами с сохранением данных на диск.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023360" cy="73152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Актуальность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Существующие адресные книги привязаны к облаку
</a:t>
            </a: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удобного автономного решения
</a:t>
            </a: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работает без интернета
</a:t>
            </a: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хранятся локально и защищены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Цель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проекта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87552"/>
            <a:ext cx="384048" cy="384048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98755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хранение контактов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двух типов: личных и рабочих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987552"/>
            <a:ext cx="384048" cy="384048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98755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Обеспечить CRUD-операции: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создание, просмотр, редактирование, удаление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987552"/>
            <a:ext cx="384048" cy="384048"/>
          </a:xfrm>
          <a:prstGeom prst="ellipse">
            <a:avLst/>
          </a:prstGeom>
          <a:solidFill>
            <a:srgbClr val="9F7AE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98755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поиск по имени,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фамилии, телефону и email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99232"/>
            <a:ext cx="384048" cy="384048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99923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Сохранять данные в 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сеансами работы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FC8181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7560" y="2999232"/>
            <a:ext cx="384048" cy="384048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299923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GUI на Tkinter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консольного ввода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34640"/>
            <a:ext cx="2743200" cy="54864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2999232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299923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Применить принципы ООП: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наследование, полиморфизм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Задачи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1600200" cy="45720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7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данных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Contact, PersonalContact,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BusinessContact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874520"/>
            <a:ext cx="914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1" name="Shape 9"/>
          <p:cNvSpPr/>
          <p:nvPr/>
        </p:nvSpPr>
        <p:spPr>
          <a:xfrm>
            <a:off x="1947672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47672" y="777240"/>
            <a:ext cx="1600200" cy="45720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3" name="Text 11"/>
          <p:cNvSpPr/>
          <p:nvPr/>
        </p:nvSpPr>
        <p:spPr>
          <a:xfrm>
            <a:off x="1947672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47672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47672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47672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FileStorage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Чтение/запись JSON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93592" y="1874520"/>
            <a:ext cx="914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8" name="Shape 16"/>
          <p:cNvSpPr/>
          <p:nvPr/>
        </p:nvSpPr>
        <p:spPr>
          <a:xfrm>
            <a:off x="3712464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777240"/>
            <a:ext cx="1600200" cy="4572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20" name="Text 18"/>
          <p:cNvSpPr/>
          <p:nvPr/>
        </p:nvSpPr>
        <p:spPr>
          <a:xfrm>
            <a:off x="3712464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12464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B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12464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Бизнес-логика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12464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ContactManager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+ поиск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58384" y="1874520"/>
            <a:ext cx="914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5" name="Shape 23"/>
          <p:cNvSpPr/>
          <p:nvPr/>
        </p:nvSpPr>
        <p:spPr>
          <a:xfrm>
            <a:off x="5477256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777240"/>
            <a:ext cx="1600200" cy="457200"/>
          </a:xfrm>
          <a:prstGeom prst="rect">
            <a:avLst/>
          </a:prstGeom>
          <a:solidFill>
            <a:srgbClr val="FC8181"/>
          </a:solidFill>
          <a:ln/>
        </p:spPr>
      </p:sp>
      <p:sp>
        <p:nvSpPr>
          <p:cNvPr id="27" name="Text 25"/>
          <p:cNvSpPr/>
          <p:nvPr/>
        </p:nvSpPr>
        <p:spPr>
          <a:xfrm>
            <a:off x="5477256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77256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77256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ввода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77256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ContactDialog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 создания/редакт.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23176" y="1874520"/>
            <a:ext cx="914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32" name="Shape 30"/>
          <p:cNvSpPr/>
          <p:nvPr/>
        </p:nvSpPr>
        <p:spPr>
          <a:xfrm>
            <a:off x="7242048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42048" y="777240"/>
            <a:ext cx="1600200" cy="4572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4" name="Text 32"/>
          <p:cNvSpPr/>
          <p:nvPr/>
        </p:nvSpPr>
        <p:spPr>
          <a:xfrm>
            <a:off x="7242048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42048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42048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окно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42048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ContactApp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входа, UI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3657600"/>
            <a:ext cx="8778240" cy="10515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Применённые принципы ООП: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Инкапсуляция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6032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Наследование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Полиморфизм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Единая ответственность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5" name="Text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Архитектура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Сравнительный анализ приложения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" y="658368"/>
            <a:ext cx="1920240" cy="34747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" y="658368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9968" y="658368"/>
            <a:ext cx="2103120" cy="34747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7" name="Text 5"/>
          <p:cNvSpPr/>
          <p:nvPr/>
        </p:nvSpPr>
        <p:spPr>
          <a:xfrm>
            <a:off x="2029968" y="658368"/>
            <a:ext cx="2103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Contacts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9664" y="658368"/>
            <a:ext cx="2103120" cy="34747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9" name="Text 7"/>
          <p:cNvSpPr/>
          <p:nvPr/>
        </p:nvSpPr>
        <p:spPr>
          <a:xfrm>
            <a:off x="4169664" y="658368"/>
            <a:ext cx="2103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Телефонная книга 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658368"/>
            <a:ext cx="2761488" cy="34747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658368"/>
            <a:ext cx="276148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Контактная книга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" y="1033272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" y="1033272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29968" y="1033272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029968" y="1033272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 (онлайн)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9664" y="1033272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69664" y="1033272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/ Android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033272"/>
            <a:ext cx="2761488" cy="356616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33272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Десктоп (офлайн)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" y="1417320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" y="1417320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 интернет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29968" y="1417320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23" name="Text 21"/>
          <p:cNvSpPr/>
          <p:nvPr/>
        </p:nvSpPr>
        <p:spPr>
          <a:xfrm>
            <a:off x="2029968" y="1417320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69664" y="1417320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25" name="Text 23"/>
          <p:cNvSpPr/>
          <p:nvPr/>
        </p:nvSpPr>
        <p:spPr>
          <a:xfrm>
            <a:off x="4169664" y="1417320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(синхр.)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1417320"/>
            <a:ext cx="2761488" cy="356616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417320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" y="1801368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" y="1801368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 данных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29968" y="1801368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029968" y="1801368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серверы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9664" y="1801368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169664" y="1801368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 / Google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1801368"/>
            <a:ext cx="2761488" cy="356616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801368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 (JSON)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" y="2185416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" y="2185416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Конфиденциальность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29968" y="2185416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39" name="Text 37"/>
          <p:cNvSpPr/>
          <p:nvPr/>
        </p:nvSpPr>
        <p:spPr>
          <a:xfrm>
            <a:off x="2029968" y="2185416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у Google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69664" y="2185416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41" name="Text 39"/>
          <p:cNvSpPr/>
          <p:nvPr/>
        </p:nvSpPr>
        <p:spPr>
          <a:xfrm>
            <a:off x="4169664" y="2185416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у Apple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2185416"/>
            <a:ext cx="2761488" cy="356616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2185416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только у вас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" y="2569464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" y="2569464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контактов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29968" y="2569464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029968" y="2569464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тип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9664" y="2569464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169664" y="2569464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тип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2569464"/>
            <a:ext cx="2761488" cy="356616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2569464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и Рабочий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152" y="2953512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" y="2953512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код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029968" y="2953512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55" name="Text 53"/>
          <p:cNvSpPr/>
          <p:nvPr/>
        </p:nvSpPr>
        <p:spPr>
          <a:xfrm>
            <a:off x="2029968" y="2953512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69664" y="2953512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57" name="Text 55"/>
          <p:cNvSpPr/>
          <p:nvPr/>
        </p:nvSpPr>
        <p:spPr>
          <a:xfrm>
            <a:off x="4169664" y="2953512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9360" y="2953512"/>
            <a:ext cx="2761488" cy="356616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2953512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(полностью)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" y="3337560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2" y="3337560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 ООП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029968" y="3337560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029968" y="3337560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169664" y="3337560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169664" y="3337560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09360" y="3337560"/>
            <a:ext cx="2761488" cy="356616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67" name="Text 65"/>
          <p:cNvSpPr/>
          <p:nvPr/>
        </p:nvSpPr>
        <p:spPr>
          <a:xfrm>
            <a:off x="6309360" y="3337560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Наследование, полиморфизм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152" y="3721608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69" name="Text 67"/>
          <p:cNvSpPr/>
          <p:nvPr/>
        </p:nvSpPr>
        <p:spPr>
          <a:xfrm>
            <a:off x="73152" y="3721608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учебных целей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029968" y="3721608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71" name="Text 69"/>
          <p:cNvSpPr/>
          <p:nvPr/>
        </p:nvSpPr>
        <p:spPr>
          <a:xfrm>
            <a:off x="2029968" y="3721608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169664" y="3721608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73" name="Text 71"/>
          <p:cNvSpPr/>
          <p:nvPr/>
        </p:nvSpPr>
        <p:spPr>
          <a:xfrm>
            <a:off x="4169664" y="3721608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309360" y="3721608"/>
            <a:ext cx="2761488" cy="356616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75" name="Text 73"/>
          <p:cNvSpPr/>
          <p:nvPr/>
        </p:nvSpPr>
        <p:spPr>
          <a:xfrm>
            <a:off x="6309360" y="3721608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(идеально)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291072" y="640080"/>
            <a:ext cx="2798064" cy="346557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27AE6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78" name="Text 76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Наше приложение превосходит аналоги по ключевым учебным критериям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 приложения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24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типа контактов: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и Рабочий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51560"/>
            <a:ext cx="502920" cy="502920"/>
          </a:xfrm>
          <a:prstGeom prst="ellipse">
            <a:avLst/>
          </a:prstGeom>
          <a:solidFill>
            <a:srgbClr val="9F7AE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024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417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имени, фамилии,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телефону, email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502920" cy="50292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1024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Редактирование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1417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любого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контакта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2898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подтверждением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697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926080"/>
            <a:ext cx="502920" cy="50292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2898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7764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Автосохранение в 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сеансами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697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26080"/>
            <a:ext cx="502920" cy="50292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2898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+ панель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деталей контакта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Функционал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тестирования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80467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приложения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80467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Открывается главное окно, загружаются сохранённые контакты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21040" y="80467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325880"/>
            <a:ext cx="8686800" cy="5120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399032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38074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личного контакта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138074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открывается, поля заполняются, контакт появляется в списке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138074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1901952"/>
            <a:ext cx="8686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975104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195681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рабочего контакта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195681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переключается, отображаются поля Компания и Должность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195681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" y="2478024"/>
            <a:ext cx="8686800" cy="5120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551176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53288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контакта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253288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фильтруется в реальном времени при вводе запроса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253288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8600" y="3054096"/>
            <a:ext cx="8686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127248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31089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Редактирование контакта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31089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заполняется текущими данными, изменения сохраняются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310896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28600" y="3630168"/>
            <a:ext cx="8686800" cy="5120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70332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36850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контакта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0" y="368503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Появляется диалог подтверждения, контакт удаляется из списка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36850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28600" y="4206240"/>
            <a:ext cx="8686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279392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42611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Перезапуск приложения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0" y="426110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контакты загружаются из файла contacts.json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21040" y="42611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Тестирование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Разработано приложение с графическим интерфейсом на Tkinter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Применены принципы ООП: наследование, полиморфизм, инкапсуляция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606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разбит на 5 модулей по принципу единственной ответственности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2918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сохраняются и загружаются через изолированный класс FileStorage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977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7 сценариев использования успешно протестированы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 Проект готов к защите.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521</Words>
  <Application>Microsoft Office PowerPoint</Application>
  <PresentationFormat>Экран (16:9)</PresentationFormat>
  <Paragraphs>180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Контактная книга</dc:title>
  <dc:subject>PptxGenJS Presentation</dc:subject>
  <dc:creator>PptxGenJS</dc:creator>
  <cp:lastModifiedBy>Fayzullo</cp:lastModifiedBy>
  <cp:revision>2</cp:revision>
  <dcterms:created xsi:type="dcterms:W3CDTF">2026-05-14T00:09:22Z</dcterms:created>
  <dcterms:modified xsi:type="dcterms:W3CDTF">2026-05-14T00:53:09Z</dcterms:modified>
</cp:coreProperties>
</file>